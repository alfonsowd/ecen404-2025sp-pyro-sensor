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2oDy3a34kfdr1gHclkpyBzPE2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D95139-24EA-4F6B-A98B-4F0A14A42133}">
  <a:tblStyle styleId="{88D95139-24EA-4F6B-A98B-4F0A14A421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6F13D59-6A15-4BFA-8343-BA3A022D0EF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i don’t think we need this slide</a:t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5a69ecd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g325a69ecd98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5a69ecd98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25a69ecd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a69ecd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g325a69ecd98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5a69ecd98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25a69ecd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c61f435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could be merged to subsystem slides</a:t>
            </a:r>
            <a:endParaRPr/>
          </a:p>
        </p:txBody>
      </p:sp>
      <p:sp>
        <p:nvSpPr>
          <p:cNvPr id="139" name="Google Shape;139;g32c61f4353a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c61f4353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2c61f435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could be merged to subsystem slides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don’t think we need this slide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5a69ecd9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25a69ecd98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5a69ecd9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25a69ecd98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jp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24: Pyro Sensor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38922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Alfonso Wong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Martin Ford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Oscar Hernandez</a:t>
            </a:r>
            <a:br>
              <a:rPr lang="en-US" sz="2455"/>
            </a:br>
            <a:r>
              <a:rPr lang="en-US" sz="2455"/>
              <a:t>Sponsor: Rhett Guthrie</a:t>
            </a:r>
            <a:br>
              <a:rPr lang="en-US" sz="2455"/>
            </a:br>
            <a:r>
              <a:rPr lang="en-US" sz="2455"/>
              <a:t>TA: </a:t>
            </a:r>
            <a:r>
              <a:rPr lang="en-US" sz="2455"/>
              <a:t>Niloofar Borzooei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Problem statement: 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Modern smoke detectors do not directly notify the emergency responders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Fire department has limited data of residents in buildings</a:t>
            </a:r>
            <a:endParaRPr sz="19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Our Pyro Sensor will: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Notify any user and emergency responders instantly through a mobile app of any incident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Give fire department information about residents and pets</a:t>
            </a:r>
            <a:endParaRPr sz="1900"/>
          </a:p>
          <a:p>
            <a:pPr indent="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</p:txBody>
      </p:sp>
      <p:sp>
        <p:nvSpPr>
          <p:cNvPr id="67" name="Google Shape;67;p2"/>
          <p:cNvSpPr txBox="1"/>
          <p:nvPr/>
        </p:nvSpPr>
        <p:spPr>
          <a:xfrm>
            <a:off x="6204155" y="3185652"/>
            <a:ext cx="20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550" y="3050475"/>
            <a:ext cx="4268449" cy="20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866103" y="2609720"/>
            <a:ext cx="3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0525" y="1942950"/>
            <a:ext cx="6073476" cy="38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67000" y="2226625"/>
            <a:ext cx="31173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Collects sensor data and sends it to microcontroller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 Software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sensor data, calculates it and sends it to 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sensor information and will alert users and Fire Department in case of fire alert.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Major Project Changes for 404 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846125" y="2320975"/>
            <a:ext cx="7014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 Software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Alerting 911 central dispatcher instead of directly fire department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457200" y="96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1428750" y="176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{88D95139-24EA-4F6B-A98B-4F0A14A42133}</a:tableStyleId>
              </a:tblPr>
              <a:tblGrid>
                <a:gridCol w="34290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ECEN 403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Date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App works in customers side, can create account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8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12/03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workspace, display sensor info, read/write to database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8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12/03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2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Power is successfully delivered to full PCB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12/03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3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Some sensors work and deliver signals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12/03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4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</a:t>
                      </a:r>
                      <a:r>
                        <a:rPr lang="en-US"/>
                        <a:t>CU code establishes connection with app’s subsystem database, and sends sensor data to it.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  <a:extLst>
                      <a:ext uri="http://customooxmlschemas.google.com/">
                        <go:slidesCustomData xmlns:go="http://customooxmlschemas.google.com/" cellId="8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5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Fix/update notification System, picture upload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8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6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Switch communication to centralized dispatcher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8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7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Fix PCB schematic mistakes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8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Reorder and resolder PCB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9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Ensure all sensor modules are functional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02/03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0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Final MCU-app integration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  <a:extLst>
                      <a:ext uri="http://customooxmlschemas.google.com/">
                        <go:slidesCustomData xmlns:go="http://customooxmlschemas.google.com/" cellId="88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1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Martin Ford</a:t>
            </a:r>
            <a:endParaRPr sz="2980"/>
          </a:p>
        </p:txBody>
      </p:sp>
      <p:graphicFrame>
        <p:nvGraphicFramePr>
          <p:cNvPr id="94" name="Google Shape;94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{88D95139-24EA-4F6B-A98B-4F0A14A42133}</a:tableStyleId>
              </a:tblPr>
              <a:tblGrid>
                <a:gridCol w="3886200"/>
                <a:gridCol w="3886200"/>
              </a:tblGrid>
              <a:tr h="76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</a:t>
                      </a:r>
                      <a:r>
                        <a:rPr lang="en-US" sz="1800"/>
                        <a:t>last update</a:t>
                      </a:r>
                      <a:r>
                        <a:rPr lang="en-US" sz="1800" u="none" cap="none" strike="noStrike"/>
                        <a:t>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07205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Optimize schematic per integration tests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Fix schematic errors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Reorder and resolder PCB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Get all sensor modules to deliver signals to the MC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57200" y="2049275"/>
            <a:ext cx="47445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works: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Power distribution to full PCB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Speaker makes sound from signal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IR sensor module delivers signal to microcontroller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not work: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Speaker sound needs greater amplification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UV, gas, and photoelectric sensor modules do not consistently deliver signals to microcontroller</a:t>
            </a:r>
            <a:endParaRPr sz="1800"/>
          </a:p>
        </p:txBody>
      </p:sp>
      <p:sp>
        <p:nvSpPr>
          <p:cNvPr id="100" name="Google Shape;100;p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Martin Ford</a:t>
            </a:r>
            <a:endParaRPr sz="2980"/>
          </a:p>
        </p:txBody>
      </p:sp>
      <p:pic>
        <p:nvPicPr>
          <p:cNvPr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1604" y="2087800"/>
            <a:ext cx="3485201" cy="399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5a69ecd98_0_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Microcontroller Software Subsystem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Oscar Hernandez</a:t>
            </a:r>
            <a:endParaRPr sz="2980"/>
          </a:p>
        </p:txBody>
      </p:sp>
      <p:graphicFrame>
        <p:nvGraphicFramePr>
          <p:cNvPr id="107" name="Google Shape;107;g325a69ecd98_0_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{88D95139-24EA-4F6B-A98B-4F0A14A42133}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</a:t>
                      </a:r>
                      <a:r>
                        <a:rPr lang="en-US" sz="1800"/>
                        <a:t> last update</a:t>
                      </a:r>
                      <a:r>
                        <a:rPr lang="en-US" sz="1800" u="none" cap="none" strike="noStrike"/>
                        <a:t>      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r>
                        <a:rPr lang="en-US" sz="1800" u="none" cap="none" strike="noStrike"/>
                        <a:t>           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Built the MCU file that retrieves the user’s Firebase credentials (Database URL and API Key), and Wi-Fi’s SSID, and password through Bluetooth.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Established connection with app subsystem’s database.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Updated sensor code to account for changes in PCB design.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Integration of MCU-app by matching the data format from MCU with the app’s GUI.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Correct software errors that pop up from flashing code to hardware subsystem.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g325a69ecd98_0_3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5a69ecd98_0_9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Microcontroller Software Subsystem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Oscar Hernandez</a:t>
            </a:r>
            <a:endParaRPr sz="2980"/>
          </a:p>
        </p:txBody>
      </p:sp>
      <p:pic>
        <p:nvPicPr>
          <p:cNvPr id="114" name="Google Shape;114;g325a69ecd9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50" y="2223431"/>
            <a:ext cx="3225124" cy="192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25a69ecd98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7925" y="2223425"/>
            <a:ext cx="1437424" cy="319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25a69ecd98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5799" y="2223425"/>
            <a:ext cx="3278198" cy="19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25a69ecd98_0_9"/>
          <p:cNvSpPr txBox="1"/>
          <p:nvPr/>
        </p:nvSpPr>
        <p:spPr>
          <a:xfrm>
            <a:off x="196525" y="4221125"/>
            <a:ext cx="27678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Current MCU-app Database (without proper formatting)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8" name="Google Shape;118;g325a69ecd98_0_9"/>
          <p:cNvSpPr txBox="1"/>
          <p:nvPr/>
        </p:nvSpPr>
        <p:spPr>
          <a:xfrm>
            <a:off x="3761000" y="4396000"/>
            <a:ext cx="27678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Provisioning through Python script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9" name="Google Shape;119;g325a69ecd98_0_9"/>
          <p:cNvSpPr txBox="1"/>
          <p:nvPr/>
        </p:nvSpPr>
        <p:spPr>
          <a:xfrm>
            <a:off x="6376200" y="5481250"/>
            <a:ext cx="27678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Provisioning through public Android app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5a69ecd98_0_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Application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Alfonso Wong</a:t>
            </a:r>
            <a:endParaRPr sz="2980"/>
          </a:p>
        </p:txBody>
      </p:sp>
      <p:graphicFrame>
        <p:nvGraphicFramePr>
          <p:cNvPr id="125" name="Google Shape;125;g325a69ecd98_0_1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{88D95139-24EA-4F6B-A98B-4F0A14A42133}</a:tableStyleId>
              </a:tblPr>
              <a:tblGrid>
                <a:gridCol w="3964150"/>
                <a:gridCol w="3964150"/>
              </a:tblGrid>
              <a:tr h="8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</a:t>
                      </a:r>
                      <a:r>
                        <a:rPr lang="en-US" sz="1800"/>
                        <a:t> last update</a:t>
                      </a:r>
                      <a:r>
                        <a:rPr lang="en-US" sz="1800" u="none" cap="none" strike="noStrike"/>
                        <a:t>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22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16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The mobile application is back up and running and able to pull data from the database (Firebase)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 can access mobile app database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UI feature for adding device to app finished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Pictures can know be uploaded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Method for firefighters to access application 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Picture not showing up on firebase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 be able to access sensor part of database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Mobile app display </a:t>
                      </a:r>
                      <a:r>
                        <a:rPr lang="en-US" sz="1800"/>
                        <a:t>real time</a:t>
                      </a:r>
                      <a:r>
                        <a:rPr lang="en-US" sz="1800"/>
                        <a:t> sensor data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What API to use for contacting central dispatch(text or email?)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5a69ecd98_0_21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Application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Alfonso Wong</a:t>
            </a:r>
            <a:endParaRPr sz="2980"/>
          </a:p>
        </p:txBody>
      </p:sp>
      <p:sp>
        <p:nvSpPr>
          <p:cNvPr id="131" name="Google Shape;131;g325a69ecd98_0_21"/>
          <p:cNvSpPr txBox="1"/>
          <p:nvPr/>
        </p:nvSpPr>
        <p:spPr>
          <a:xfrm>
            <a:off x="267100" y="2005275"/>
            <a:ext cx="51102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Functioning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account creation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users information (name, age, address, type of building, expected occupants, etc.)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(writing/reading data)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Sensor display on app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Non-Functioning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to 911 central dispatcher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How firefighters can access user information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Function to add device to app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25a69ecd98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7300" y="2326675"/>
            <a:ext cx="3644225" cy="371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25a69ecd98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3250" y="5089775"/>
            <a:ext cx="975901" cy="83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25a69ecd98_0_21"/>
          <p:cNvSpPr txBox="1"/>
          <p:nvPr/>
        </p:nvSpPr>
        <p:spPr>
          <a:xfrm>
            <a:off x="5513250" y="4817450"/>
            <a:ext cx="1117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Central Dispatcher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5" name="Google Shape;135;g325a69ecd98_0_21"/>
          <p:cNvSpPr/>
          <p:nvPr/>
        </p:nvSpPr>
        <p:spPr>
          <a:xfrm flipH="1" rot="10800000">
            <a:off x="5989750" y="6075225"/>
            <a:ext cx="720300" cy="326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g325a69ecd98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0700" y="5692325"/>
            <a:ext cx="890250" cy="92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c61f4353a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Integration</a:t>
            </a:r>
            <a:endParaRPr sz="2980"/>
          </a:p>
        </p:txBody>
      </p:sp>
      <p:graphicFrame>
        <p:nvGraphicFramePr>
          <p:cNvPr id="142" name="Google Shape;142;g32c61f4353a_0_1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{88D95139-24EA-4F6B-A98B-4F0A14A42133}</a:tableStyleId>
              </a:tblPr>
              <a:tblGrid>
                <a:gridCol w="3964150"/>
                <a:gridCol w="3964150"/>
              </a:tblGrid>
              <a:tr h="8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</a:t>
                      </a:r>
                      <a:r>
                        <a:rPr lang="en-US" sz="1800"/>
                        <a:t>last update</a:t>
                      </a:r>
                      <a:r>
                        <a:rPr lang="en-US" sz="1800" u="none" cap="none" strike="noStrike"/>
                        <a:t>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1693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Schematic optimized for integration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MCU can access mobile app database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Flash ESP32 with code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Contact between MC and mobile app using bluetooth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 can access user’s sensor data and write to it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g32c61f4353a_0_1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c61f4353a_0_7"/>
          <p:cNvSpPr txBox="1"/>
          <p:nvPr>
            <p:ph idx="1" type="body"/>
          </p:nvPr>
        </p:nvSpPr>
        <p:spPr>
          <a:xfrm>
            <a:off x="457200" y="2049275"/>
            <a:ext cx="47445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works: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MCU can access main database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not work: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Code does not successfully flash to microcontroller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MC cannot access user data</a:t>
            </a:r>
            <a:endParaRPr sz="1800"/>
          </a:p>
        </p:txBody>
      </p:sp>
      <p:sp>
        <p:nvSpPr>
          <p:cNvPr id="149" name="Google Shape;149;g32c61f4353a_0_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Integration</a:t>
            </a:r>
            <a:endParaRPr sz="298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697400" y="1968806"/>
            <a:ext cx="7541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Subsystem Parts Status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parts needed or parts not already bought in bulk: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PCB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Tactile buttons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Microcontroller and Network Subsystem Parts Status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additional MCUs to simulate network nodes as needed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 Subsystem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needed, I will pay for the subscription to APIs. (~$2/month)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457200" y="7328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850" y="5187275"/>
            <a:ext cx="2677994" cy="16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3850" y="5187276"/>
            <a:ext cx="2678000" cy="1652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450" y="1688977"/>
            <a:ext cx="8011091" cy="334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5a69ecd98_0_33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69" name="Google Shape;169;g325a69ecd98_0_33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{E6F13D59-6A15-4BFA-8343-BA3A022D0EFD}</a:tableStyleId>
              </a:tblPr>
              <a:tblGrid>
                <a:gridCol w="1734225"/>
                <a:gridCol w="3533225"/>
                <a:gridCol w="966825"/>
                <a:gridCol w="160840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Sensors detect smoke/flame at expected ranges and output a signal.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emits sound from signal at &gt;80 dB.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Operating Time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System operates and receives full power continuously for 1 hour on each power source. 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            Network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MCU is able to aggregate all sensor data to the gateway.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Trouble Signal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sends trouble signal to app for malfunctioning node.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35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Profile Creation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is able to create an account and be able to sign in.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Push Notifications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Be able to push notifications to both users and firefighter department.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Design UI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Have a working UI and test with emulator.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Integrate Cloud Service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Mobile app has ability to pull data from cloud service and display it.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5a69ecd98_0_83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75" name="Google Shape;175;g325a69ecd98_0_83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{E6F13D59-6A15-4BFA-8343-BA3A022D0EFD}</a:tableStyleId>
              </a:tblPr>
              <a:tblGrid>
                <a:gridCol w="1734225"/>
                <a:gridCol w="3533225"/>
                <a:gridCol w="966825"/>
                <a:gridCol w="160840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Picture Upload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can Upload pictures to profile.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Peripherals Interface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reads signals from all sensors, and activates/deactivates alarm.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Device and Application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Device(sensor) can be added to user profile in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Real Time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 is feeding constant information to database and it is being displayed in real time in mobile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Trigger Warning from MC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 must send a tigger alert of ongoing event and application must send notification to user and dispatch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Early Fire Detection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 system reduces the propagation of a fire by minimizing false alarms and notifying the user or fire department as soon as a fire is detected.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457200" y="1107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 for your attention!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Questions?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